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34" autoAdjust="0"/>
    <p:restoredTop sz="94660"/>
  </p:normalViewPr>
  <p:slideViewPr>
    <p:cSldViewPr snapToGrid="0">
      <p:cViewPr varScale="1">
        <p:scale>
          <a:sx n="61" d="100"/>
          <a:sy n="61" d="100"/>
        </p:scale>
        <p:origin x="9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D4098-59E9-49A2-A6B6-11E908817F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4BAB5E-4B83-4331-AB31-64310DCC2D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BD29E-3979-4A66-A561-13209E436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30F88-A542-4818-A032-37C0AC60559A}" type="datetimeFigureOut">
              <a:rPr lang="en-US" smtClean="0"/>
              <a:t>5/13/2018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129F8-3487-4D6E-9378-9B9A103D1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06353-ABD1-4090-B407-06FFCEA58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FB3E9-BED5-49EA-AFED-7ACB54A3B38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82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DC592-81CC-432D-B6AD-0DF28675C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BC39B-6EE2-4335-8567-5BAFCBB88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3BACE-E153-4689-861F-F6CCAA65B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30F88-A542-4818-A032-37C0AC60559A}" type="datetimeFigureOut">
              <a:rPr lang="en-US" smtClean="0"/>
              <a:t>5/13/2018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056E4-68C1-4633-8427-5702E0AEB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314A7-E603-4789-9388-5C14DD047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FB3E9-BED5-49EA-AFED-7ACB54A3B38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57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78B55-6B21-41FB-868F-D555C2BFE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3683CD-90ED-4526-A001-EDF0BDE96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6549F-D067-4179-9B3B-B2E9F6128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30F88-A542-4818-A032-37C0AC60559A}" type="datetimeFigureOut">
              <a:rPr lang="en-US" smtClean="0"/>
              <a:t>5/13/2018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112BA-DDCC-41D4-BD4F-CD2664203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13375-5B02-4B56-AF01-8FFFDCC52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FB3E9-BED5-49EA-AFED-7ACB54A3B38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375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91ADE-3B4B-4B42-888D-68AF9941F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87BFC-370F-455B-8202-AE8A38E62B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C79308-BA1A-4993-8BAC-55D9C94511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8374A9-2D15-4274-B08C-40620D04D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30F88-A542-4818-A032-37C0AC60559A}" type="datetimeFigureOut">
              <a:rPr lang="en-US" smtClean="0"/>
              <a:t>5/13/2018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A84D9C-36EB-46FF-84AF-F6374716C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484F4-A94D-4C1B-AC16-B6C900913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FB3E9-BED5-49EA-AFED-7ACB54A3B38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226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DDBE8-2280-44E5-AA29-86B2B5A25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2DDEDC-A019-47DE-BC4C-A2C56BC45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047758-C4FE-4CAD-9BB6-76A624E563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1BE8AF-9F02-412F-966B-F8BCEEAA77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E5C094-48B1-452D-819F-499A3FD697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526676-D641-48EC-A976-333758610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30F88-A542-4818-A032-37C0AC60559A}" type="datetimeFigureOut">
              <a:rPr lang="en-US" smtClean="0"/>
              <a:t>5/13/2018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650F7C-01F5-47A9-AAED-106220C5A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AF06EA-00E0-437C-9C9A-B0CEB8BC9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FB3E9-BED5-49EA-AFED-7ACB54A3B38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120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C3BB7-32E6-4D26-90E6-D9BBDD08D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C58AEF-6452-4433-B3FD-78B5D6A7C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30F88-A542-4818-A032-37C0AC60559A}" type="datetimeFigureOut">
              <a:rPr lang="en-US" smtClean="0"/>
              <a:t>5/13/2018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6D7F92-C263-47E3-848F-7E8331F64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55746C-066E-4EC8-8C11-5F92E5C76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FB3E9-BED5-49EA-AFED-7ACB54A3B38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621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DC0164-FCBE-45F6-BF3B-79804536A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30F88-A542-4818-A032-37C0AC60559A}" type="datetimeFigureOut">
              <a:rPr lang="en-US" smtClean="0"/>
              <a:t>5/13/2018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88041C-3442-4284-B280-280B147DD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575AF-F693-4702-9128-52C8763FD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FB3E9-BED5-49EA-AFED-7ACB54A3B38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4144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FDAC1-F6C3-42AE-BDC8-56B2369B2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1793C-6485-42DB-B94B-546F15F00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6578D1-8818-455A-BF6D-5053EE5AD0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E4297-1275-4DE8-BB86-8BA8D85F9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30F88-A542-4818-A032-37C0AC60559A}" type="datetimeFigureOut">
              <a:rPr lang="en-US" smtClean="0"/>
              <a:t>5/13/2018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0AD08F-B7EC-4767-9665-5C947A181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A8F83E-0F67-4A09-819C-C7300EFEF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FB3E9-BED5-49EA-AFED-7ACB54A3B38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938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1FD4B-C49F-4A3C-BF47-929938A9F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9CC165-768C-4C24-A990-751113D99E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5758AC-85B8-4C4E-98D1-A38C92CA88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9EDF02-2BC1-4553-A088-BB5B10B64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30F88-A542-4818-A032-37C0AC60559A}" type="datetimeFigureOut">
              <a:rPr lang="en-US" smtClean="0"/>
              <a:t>5/13/2018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100209-F52D-41A8-A5B0-B2DB3A8A4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DD964-3552-4E98-AD19-C4FF1CE51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FB3E9-BED5-49EA-AFED-7ACB54A3B38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360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9238C-352D-4522-A914-21A925797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3B646C-09D7-4C35-9DFA-4799934E8C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F3D0F7-7954-4FF4-89AC-5791AB7CB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30F88-A542-4818-A032-37C0AC60559A}" type="datetimeFigureOut">
              <a:rPr lang="en-US" smtClean="0"/>
              <a:t>5/13/2018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00DB6E-1E32-45F4-96BE-6C59F377F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3A25C-EB4E-4413-B64E-AF4D7E7FD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FB3E9-BED5-49EA-AFED-7ACB54A3B38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63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578530-0E4B-4607-BF64-3E89D4D92A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6E85FE-DA17-468D-8436-B4E43B8AD2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71365-9950-44A9-9090-C36521730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30F88-A542-4818-A032-37C0AC60559A}" type="datetimeFigureOut">
              <a:rPr lang="en-US" smtClean="0"/>
              <a:t>5/13/2018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36D2F-EB3B-40DF-8FF0-DD57F698E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8D61F-848C-4744-B3E9-EA09DA1F6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FB3E9-BED5-49EA-AFED-7ACB54A3B38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262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E9B386-988A-41AF-8F87-7ABE7EAC6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5091D-43F2-4AB2-AC4D-8408945DF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0AACA-9135-4602-B4B7-9189FE3436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630F88-A542-4818-A032-37C0AC60559A}" type="datetimeFigureOut">
              <a:rPr lang="en-US" smtClean="0"/>
              <a:t>5/13/2018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D6C49-E9C5-4754-AFC3-CFC167D199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D62E5-E595-4342-8D91-A09098404B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6FB3E9-BED5-49EA-AFED-7ACB54A3B38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858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3149E-261F-460B-8AB2-2C8738F3C7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Update on operant conditioning analysis: What is done with the push of a button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5537F-2155-435A-AFD3-3D69C04522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26797"/>
            <a:ext cx="9144000" cy="1655762"/>
          </a:xfrm>
        </p:spPr>
        <p:txBody>
          <a:bodyPr/>
          <a:lstStyle/>
          <a:p>
            <a:r>
              <a:rPr lang="en-US" dirty="0"/>
              <a:t>5.14.18</a:t>
            </a:r>
          </a:p>
          <a:p>
            <a:r>
              <a:rPr lang="en-US" dirty="0"/>
              <a:t>Guillaume</a:t>
            </a:r>
          </a:p>
        </p:txBody>
      </p:sp>
    </p:spTree>
    <p:extLst>
      <p:ext uri="{BB962C8B-B14F-4D97-AF65-F5344CB8AC3E}">
        <p14:creationId xmlns:p14="http://schemas.microsoft.com/office/powerpoint/2010/main" val="3932466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E29D3-2CCC-411B-B544-43229E074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1) Number of seconds in rewarding region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1734CF-2EE4-428F-BE7C-D9D53A910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82" y="2118732"/>
            <a:ext cx="4632772" cy="33867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E4B587-7D66-409E-930E-E14FDDDB1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416" y="2118732"/>
            <a:ext cx="4599779" cy="33626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AE62C7-A266-4EBC-856B-7F3A4E1CB0B0}"/>
              </a:ext>
            </a:extLst>
          </p:cNvPr>
          <p:cNvSpPr txBox="1"/>
          <p:nvPr/>
        </p:nvSpPr>
        <p:spPr>
          <a:xfrm>
            <a:off x="2648607" y="6123543"/>
            <a:ext cx="6559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Option to give each fly its own plot w/ id so you can identify outliers</a:t>
            </a:r>
          </a:p>
        </p:txBody>
      </p:sp>
    </p:spTree>
    <p:extLst>
      <p:ext uri="{BB962C8B-B14F-4D97-AF65-F5344CB8AC3E}">
        <p14:creationId xmlns:p14="http://schemas.microsoft.com/office/powerpoint/2010/main" val="1911398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E29D3-2CCC-411B-B544-43229E074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1) Number of seconds in rewarding region: summary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AE62C7-A266-4EBC-856B-7F3A4E1CB0B0}"/>
              </a:ext>
            </a:extLst>
          </p:cNvPr>
          <p:cNvSpPr txBox="1"/>
          <p:nvPr/>
        </p:nvSpPr>
        <p:spPr>
          <a:xfrm>
            <a:off x="5216785" y="6123543"/>
            <a:ext cx="1758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Summary graphs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89F81B-21C3-4A84-B17B-E1AA6F02C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86" y="2232842"/>
            <a:ext cx="4059041" cy="29673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B71744-4290-433E-8E8D-75F27F202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043" y="2232842"/>
            <a:ext cx="4342820" cy="3174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217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5D942-942F-4774-BD54-8B7540408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2) Number of entries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882EA4-B3FC-4B44-A0B4-51623099EF61}"/>
              </a:ext>
            </a:extLst>
          </p:cNvPr>
          <p:cNvSpPr txBox="1"/>
          <p:nvPr/>
        </p:nvSpPr>
        <p:spPr>
          <a:xfrm>
            <a:off x="1608083" y="6195848"/>
            <a:ext cx="8818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Day 1 isn’t informative in this case because it’s forced training i.e. 120 seconds-1 entry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E098C4-2139-4B3E-9FF6-4C26407CF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90008"/>
            <a:ext cx="4308338" cy="31495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B9E8A4-B025-445A-9E8D-ABF98FDB4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449" y="2090008"/>
            <a:ext cx="4308338" cy="314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70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6E336-C8E1-4569-9378-56B2E5005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2) Number of entries: summary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5325DB-42AA-4275-B4A3-605D3BEDE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1951101"/>
            <a:ext cx="4957676" cy="36242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B34841-4210-468F-A5C7-67D862C97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724" y="1951101"/>
            <a:ext cx="4957676" cy="3624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574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79E22-6F02-46DE-885E-E515ADA29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3) Average time per entry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460DC9-D884-4EA4-89FC-40A2BDAA2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52689"/>
            <a:ext cx="4522076" cy="33058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5D7D7C-3361-4E9A-870F-1B4C47332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243" y="2150533"/>
            <a:ext cx="4409088" cy="322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724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6E336-C8E1-4569-9378-56B2E5005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3) Average time per entry: summary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2A6418-8984-487F-9C9D-43E1E1A3C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6220" y="2049519"/>
            <a:ext cx="4966697" cy="36308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BBCA22-A678-4FD3-84BA-CD1CC969C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83" y="2049519"/>
            <a:ext cx="4966698" cy="3630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96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1B957-0134-4A1E-825D-88ED84D4F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Breaking down by time – possible for all three metrics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E97B57-43D3-4D36-AD6A-EFE802947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428" y="1626209"/>
            <a:ext cx="6549993" cy="4788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551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BA6AE-E1BC-4A7D-9FE3-F740E52AD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forms of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86405-D224-4711-99C2-AA307DA48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Heatmap</a:t>
            </a:r>
          </a:p>
          <a:p>
            <a:endParaRPr lang="en-US" dirty="0"/>
          </a:p>
          <a:p>
            <a:r>
              <a:rPr lang="en-US" dirty="0"/>
              <a:t>Fly trajectory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3CB546-28F6-41CA-BC1A-80EB9D90E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00" y="1850667"/>
            <a:ext cx="5257800" cy="4301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895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116</Words>
  <Application>Microsoft Office PowerPoint</Application>
  <PresentationFormat>Widescreen</PresentationFormat>
  <Paragraphs>17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Update on operant conditioning analysis: What is done with the push of a button</vt:lpstr>
      <vt:lpstr>1) Number of seconds in rewarding region</vt:lpstr>
      <vt:lpstr>1) Number of seconds in rewarding region: summary</vt:lpstr>
      <vt:lpstr>2) Number of entries</vt:lpstr>
      <vt:lpstr>2) Number of entries: summary</vt:lpstr>
      <vt:lpstr>3) Average time per entry</vt:lpstr>
      <vt:lpstr>3) Average time per entry: summary</vt:lpstr>
      <vt:lpstr>Breaking down by time – possible for all three metrics</vt:lpstr>
      <vt:lpstr>Additional forms of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Update on operant conditioning analysis: What is done with the push of a button</dc:title>
  <dc:creator>Guillaume Pagnier</dc:creator>
  <cp:lastModifiedBy>Guillaume Pagnier</cp:lastModifiedBy>
  <cp:revision>4</cp:revision>
  <dcterms:created xsi:type="dcterms:W3CDTF">2018-05-14T03:28:48Z</dcterms:created>
  <dcterms:modified xsi:type="dcterms:W3CDTF">2018-05-14T04:32:29Z</dcterms:modified>
</cp:coreProperties>
</file>